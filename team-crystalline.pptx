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 showGuides="1">
      <p:cViewPr varScale="1">
        <p:scale>
          <a:sx n="158" d="100"/>
          <a:sy n="158" d="100"/>
        </p:scale>
        <p:origin x="268" y="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28AF6D-D498-E3F3-7B58-674F4E3EC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6B66943-EA70-F1AC-121E-3D8152C69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579DD8-0462-7FD9-861E-9F0324163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DF0A-5BEF-4B45-A54C-3C277FAD070A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69EC16-7A30-C786-4D91-214A55C8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DEED61-9FE5-0719-CE5E-80AD846D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10C7-EB8D-4002-97A7-A9554BB5A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45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3F6DC6-DF3C-45E6-4267-A4ABA61C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49465B-B2F1-F1DE-229D-FD07E37F1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9D3E24-69F0-5F82-F2CC-F6199012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DF0A-5BEF-4B45-A54C-3C277FAD070A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B1E55C-6D7D-30C0-C76F-73300111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D85884-58EA-E620-DF8F-FCB53107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10C7-EB8D-4002-97A7-A9554BB5A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29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B5046-4504-2A8A-9D04-4A8D81BD3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0C2030-5294-A95F-B362-703239764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EF0010-75AD-DEEC-31C8-CD8CC81A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DF0A-5BEF-4B45-A54C-3C277FAD070A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501949-21E8-52FC-13DE-D8DFB0EC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0CE0A4-71DB-34AF-87C6-DA3FBE52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10C7-EB8D-4002-97A7-A9554BB5A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5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F37E50-37CA-D9A3-E379-E3CCA533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774E60-BE5C-9454-A4DD-F929BB256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7D3FE8-1014-FC68-E793-6EFA3F257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12AE8C-0B46-7059-F576-695F428B9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DF0A-5BEF-4B45-A54C-3C277FAD070A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62C475-A26B-B5AB-F9CF-358EB22A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B24385-206E-63FB-B088-F0FE13C40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10C7-EB8D-4002-97A7-A9554BB5A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0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24FBF5-0BC8-11AC-1CA4-FB22789A1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A91A5F-9E8F-F1F8-C69F-4BFB07F6F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8C378B-9367-3342-F9CB-29F523EED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F539703-1C3E-EF93-0F88-C0A8A9D766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A53017C-273F-AC83-2ABB-2537710A4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1C0AFCE-9457-73A8-E812-F798F57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DF0A-5BEF-4B45-A54C-3C277FAD070A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E737F1D-7A3C-E06F-96DF-4CB9D0344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9F7E5A6-E77C-3EF3-9726-782C5EA4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10C7-EB8D-4002-97A7-A9554BB5A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8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50FF1C-6A02-FD82-8764-1DC99114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EDBC68-6103-1748-1A61-C0F44A3B3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DF0A-5BEF-4B45-A54C-3C277FAD070A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C774AAB-EA25-4070-9B4B-D1780F08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FD3D02-70E4-1F66-095C-FB8C46EA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10C7-EB8D-4002-97A7-A9554BB5A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66C7CA-7FA9-1356-ED70-A6041EC93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DF0A-5BEF-4B45-A54C-3C277FAD070A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06C85D-333E-B334-5455-4DBA9386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749762-D80E-7470-B4BD-EADB50D1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10C7-EB8D-4002-97A7-A9554BB5A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C1BAD3-DEE7-B08E-1D14-A6A14B4C1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11D4F4-E74B-B898-6D58-262EE434A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82C4026-518D-F2CD-BCC7-435769430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F66FB2-9C14-B06B-D7DF-97147334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DF0A-5BEF-4B45-A54C-3C277FAD070A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40AA42-9AA7-E257-590B-AA328292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3959F7-0F9E-FDA3-A8D5-A692E301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10C7-EB8D-4002-97A7-A9554BB5A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803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21CF33-83DE-4CB3-DBA4-F6ACD0334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769D876-195A-C541-F4C1-50E87CB63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BE2FE4-1C98-BE28-101C-B4EA28CB6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D8D125-8B03-778B-85A4-25628213A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DF0A-5BEF-4B45-A54C-3C277FAD070A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DA4341-ADB7-DD39-E4C0-479A661A3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1420D3-F4D8-8931-C572-6B32A3F30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10C7-EB8D-4002-97A7-A9554BB5A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5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845F5-097E-561F-5D05-D32F72FD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86E73E5-2EE5-543D-4096-7EEDE12E3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F3780E-F17D-BDB0-D85B-17BB477EC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DF0A-5BEF-4B45-A54C-3C277FAD070A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664EFA-BA4C-1779-7593-24C152643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6064D6-E36E-0662-136C-7C46FDEC8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10C7-EB8D-4002-97A7-A9554BB5A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9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3FE35F3-C2ED-DE11-0B56-C0108FF19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E229A1-DE7F-3BAC-42F0-53B10FDE4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A70F4B-1B5B-E0C6-F958-EBBD30761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DF0A-5BEF-4B45-A54C-3C277FAD070A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AE7E0D-D36C-212F-28E7-19301EE8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D45702-42C5-55CF-86C9-7A2126A3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10C7-EB8D-4002-97A7-A9554BB5A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1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C4523E2-1E68-6618-3701-9E8C8B45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54D455-E64A-7BB3-ACE3-C8C0758CE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AE3C90-B398-2C03-B3DA-2EDE0A2AA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9DF0A-5BEF-4B45-A54C-3C277FAD070A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A3728-555E-F68E-7AC1-D324038F6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3A285C-F31B-7C19-F120-575CEB987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F10C7-EB8D-4002-97A7-A9554BB5A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69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C9B0C-FE4B-2C51-22ED-0CD8C24827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team-crystalline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A40180-10EF-B9B9-899F-AF8B85963C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2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F29032-C7FF-A80F-8BAC-0011EAC3B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logo</a:t>
            </a:r>
          </a:p>
        </p:txBody>
      </p:sp>
      <p:pic>
        <p:nvPicPr>
          <p:cNvPr id="5" name="Grafik 4" descr="Ein Bild, das Spiegel enthält.&#10;&#10;KI-generierte Inhalte können fehlerhaft sein.">
            <a:extLst>
              <a:ext uri="{FF2B5EF4-FFF2-40B4-BE49-F238E27FC236}">
                <a16:creationId xmlns:a16="http://schemas.microsoft.com/office/drawing/2014/main" id="{D0764C06-16B3-9729-4B94-E668B7400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438" y="2536517"/>
            <a:ext cx="3682303" cy="2091109"/>
          </a:xfrm>
          <a:prstGeom prst="rect">
            <a:avLst/>
          </a:prstGeom>
        </p:spPr>
      </p:pic>
      <p:pic>
        <p:nvPicPr>
          <p:cNvPr id="7" name="Grafik 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5A5442A5-2E3E-3852-C163-83579AC3B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744" y="1457563"/>
            <a:ext cx="1305295" cy="101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6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team-crystalline</vt:lpstr>
      <vt:lpstr>logo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Olaf Kolditz</dc:creator>
  <cp:lastModifiedBy>Olaf Kolditz</cp:lastModifiedBy>
  <cp:revision>1</cp:revision>
  <dcterms:created xsi:type="dcterms:W3CDTF">2026-01-25T22:33:55Z</dcterms:created>
  <dcterms:modified xsi:type="dcterms:W3CDTF">2026-01-25T22:33:58Z</dcterms:modified>
</cp:coreProperties>
</file>